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302FC-9541-D568-9C98-1A87CFBD7683}" v="212" dt="2025-03-11T19:38:57.628"/>
    <p1510:client id="{163B7367-C5A5-1780-7462-59D393BD819C}" v="434" dt="2025-03-12T01:21:17.796"/>
    <p1510:client id="{7B749AD4-2516-F0F0-C3D2-E491247B3E6D}" v="624" dt="2025-03-11T20:05:32.136"/>
    <p1510:client id="{8DB3CFD4-9E90-DBDD-D5F4-8E6657ECE0D1}" v="402" dt="2025-03-11T17:21:32.950"/>
    <p1510:client id="{EDE86F8B-7AB2-F697-1DC0-D5DFD8DC78BC}" v="4" dt="2025-03-12T14:49:35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83FAE-8020-4B82-B24D-84DB3FB1708F}" type="datetimeFigureOut"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100DE-E1DA-4107-A3DD-588A1BF3A3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80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>
                <a:ea typeface="Calibri"/>
                <a:cs typeface="Calibri"/>
              </a:rPr>
              <a:t>Random Forest – multi-class classification for example predicting different crime types</a:t>
            </a:r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r>
              <a:rPr lang="en-US"/>
              <a:t>For example, we would need to create a "Crime Zone" feature </a:t>
            </a:r>
            <a:br>
              <a:rPr lang="en-US" dirty="0"/>
            </a:br>
            <a:r>
              <a:rPr lang="en-US"/>
              <a:t>    - Using existing data (latitude, longitude), use k-means clustering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100DE-E1DA-4107-A3DD-588A1BF3A381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9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9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95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6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7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6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3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0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2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26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99660"/>
            <a:ext cx="6592186" cy="2884107"/>
          </a:xfrm>
        </p:spPr>
        <p:txBody>
          <a:bodyPr anchor="b">
            <a:normAutofit/>
          </a:bodyPr>
          <a:lstStyle/>
          <a:p>
            <a:r>
              <a:rPr lang="en-US"/>
              <a:t>Progress Report Crime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956115"/>
            <a:ext cx="6592186" cy="1160231"/>
          </a:xfrm>
        </p:spPr>
        <p:txBody>
          <a:bodyPr anchor="t">
            <a:normAutofit/>
          </a:bodyPr>
          <a:lstStyle/>
          <a:p>
            <a:r>
              <a:rPr lang="en-US"/>
              <a:t>John Morgan, Marcus Maravilla, </a:t>
            </a:r>
          </a:p>
          <a:p>
            <a:r>
              <a:rPr lang="en-US" err="1"/>
              <a:t>jobe</a:t>
            </a:r>
            <a:r>
              <a:rPr lang="en-US"/>
              <a:t> Goetz, </a:t>
            </a:r>
            <a:r>
              <a:rPr lang="en-US" err="1"/>
              <a:t>Harvansh</a:t>
            </a:r>
            <a:r>
              <a:rPr lang="en-US"/>
              <a:t> Pelia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5832631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B270-E457-12E6-B560-D3C1D76E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Project – Predictive Crime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E1C12-DDE6-C72E-7984-9CBD85E4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Abstract: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Gather Data about Time, Date, Demographic, and Crime Type from Dense Cities (New York, Chicago, LA...)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Create and Train a model to perform crime predictions and test those predictions with actual crime rates. 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Finally create a presentation to show our findings and discuss the process of gathering data and the algorithms used. </a:t>
            </a:r>
          </a:p>
        </p:txBody>
      </p:sp>
    </p:spTree>
    <p:extLst>
      <p:ext uri="{BB962C8B-B14F-4D97-AF65-F5344CB8AC3E}">
        <p14:creationId xmlns:p14="http://schemas.microsoft.com/office/powerpoint/2010/main" val="236337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F061-13CF-6F0A-3249-57AAD43AB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Crime Modeling New York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A8E51-FD0A-34EB-B436-798FCA99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concluded on making our model based off the crime in New York City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To find the data on crime rates in New York City...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We researched multiple websites online that had Open Data Crime Rates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We found a website called NYC Open Data that had open data of New York City's crimes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The data goes from 10/28/2016 - 2/6/2025</a:t>
            </a:r>
          </a:p>
        </p:txBody>
      </p:sp>
      <p:pic>
        <p:nvPicPr>
          <p:cNvPr id="4" name="Picture 3" descr="Portal Visualization | NYC Open Data ...">
            <a:extLst>
              <a:ext uri="{FF2B5EF4-FFF2-40B4-BE49-F238E27FC236}">
                <a16:creationId xmlns:a16="http://schemas.microsoft.com/office/drawing/2014/main" id="{B03E6D3D-1C45-1E42-B560-B800F3C5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40" y="5546237"/>
            <a:ext cx="34671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8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B3F7-AC55-7FCE-6455-BB31F27C0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Gathering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24D79-503A-2BB6-1200-329C7443D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From the data that we found, there is around 4600 crimes in the spreadsheet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This is more than enough for out crime modeling predictor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The data was given by the New York Police Department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The data is updated quarterly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Along with the data came a footnote with explanations of certain words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6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F354-4466-6E10-E4B3-0B38F685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63261-406A-065A-AC25-7766E6F3C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 is divided up into different sections: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NYPD complaints (criminal complaint reports filed in NYC by the NYPD)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NYPD arrests (physical arrests made by the NYPD)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NYPD shooting incidents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Vehicle stop reports (traffic stops)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Criminal court summons (summons issued by NYPD)</a:t>
            </a:r>
          </a:p>
        </p:txBody>
      </p:sp>
    </p:spTree>
    <p:extLst>
      <p:ext uri="{BB962C8B-B14F-4D97-AF65-F5344CB8AC3E}">
        <p14:creationId xmlns:p14="http://schemas.microsoft.com/office/powerpoint/2010/main" val="321023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69FA-5908-81B8-A948-446E7090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of these are we using?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DE2E-5CB1-99B1-56E7-9E05CC81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this project we decided to look at the NYPD arrests dataset provided by NYC </a:t>
            </a:r>
            <a:r>
              <a:rPr lang="en-US" err="1"/>
              <a:t>OpenData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We can filter by arrest type, date, and each arrest even has its own unique key if you want to track a specific one</a:t>
            </a:r>
          </a:p>
          <a:p>
            <a:pPr marL="264795" lvl="1" indent="0">
              <a:buNone/>
            </a:pPr>
            <a:endParaRPr lang="en-US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This dataset also provides sex, gender, age group, and exact coordinates as to where the arrest took place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BB1585-34AE-2CEC-43E0-EEBC77FB5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935"/>
            <a:ext cx="12192000" cy="55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4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73E0FC-EA31-D8D4-B592-41ACB86F4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935"/>
            <a:ext cx="12192000" cy="55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04DF82-E001-E6F2-5086-DAA8463B7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45" y="-1120"/>
            <a:ext cx="10489826" cy="366656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95C62E-1B54-5BE6-E4CB-B679ACA64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8281"/>
            <a:ext cx="12192000" cy="270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3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D089-87D7-B944-7F8F-45BC4CA5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77BD-45D3-B895-98CD-27F7ABDB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40030"/>
            <a:ext cx="10890928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>
                <a:ea typeface="+mn-lt"/>
                <a:cs typeface="+mn-lt"/>
                <a:hlinkClick r:id="rId2"/>
              </a:rPr>
              <a:t>scikit-learn</a:t>
            </a:r>
            <a:r>
              <a:rPr lang="en-US" dirty="0">
                <a:ea typeface="+mn-lt"/>
                <a:cs typeface="+mn-lt"/>
              </a:rPr>
              <a:t> as machine learning library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Load data</a:t>
            </a:r>
          </a:p>
          <a:p>
            <a:pPr marL="0" indent="0">
              <a:buNone/>
            </a:pPr>
            <a:r>
              <a:rPr lang="en-US" dirty="0"/>
              <a:t>       - Exported as CSV from NYC Open Data</a:t>
            </a:r>
          </a:p>
          <a:p>
            <a:pPr marL="0" indent="0">
              <a:buNone/>
            </a:pPr>
            <a:r>
              <a:rPr lang="en-US" dirty="0"/>
              <a:t>2.    Clean data using pandas</a:t>
            </a:r>
          </a:p>
          <a:p>
            <a:pPr marL="0" indent="0">
              <a:buNone/>
            </a:pPr>
            <a:r>
              <a:rPr lang="en-US" dirty="0"/>
              <a:t>    - Remove missing and unnecessary values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endParaRPr lang="en-US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3699E54-CC03-6127-32A1-72C280DDE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740" y="830873"/>
            <a:ext cx="2571750" cy="5372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A4B925-F63A-D645-2B9B-6F4DB7D0FB5D}"/>
              </a:ext>
            </a:extLst>
          </p:cNvPr>
          <p:cNvSpPr txBox="1"/>
          <p:nvPr/>
        </p:nvSpPr>
        <p:spPr>
          <a:xfrm>
            <a:off x="638721" y="2273332"/>
            <a:ext cx="29391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46782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D09C-6B30-8222-17ED-392FD07C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0FA3C-9DA1-AD70-4CA4-422969735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Feature Engineering</a:t>
            </a:r>
            <a:br>
              <a:rPr lang="en-US" dirty="0"/>
            </a:br>
            <a:r>
              <a:rPr lang="en-US" dirty="0"/>
              <a:t>- Make patterns clearer for model</a:t>
            </a:r>
          </a:p>
          <a:p>
            <a:pPr marL="0" indent="0">
              <a:buNone/>
            </a:pPr>
            <a:r>
              <a:rPr lang="en-US" dirty="0"/>
              <a:t>2. Choose classification model </a:t>
            </a:r>
          </a:p>
          <a:p>
            <a:pPr marL="0" indent="0">
              <a:buNone/>
            </a:pPr>
            <a:r>
              <a:rPr lang="en-US" dirty="0"/>
              <a:t>    - Random Forest, Logistic Regression</a:t>
            </a:r>
          </a:p>
          <a:p>
            <a:pPr marL="0" indent="0">
              <a:buNone/>
            </a:pPr>
            <a:r>
              <a:rPr lang="en-US" dirty="0"/>
              <a:t>3. Train model</a:t>
            </a:r>
          </a:p>
          <a:p>
            <a:pPr marL="0" indent="0">
              <a:buNone/>
            </a:pPr>
            <a:r>
              <a:rPr lang="en-US" dirty="0"/>
              <a:t>4. Evaluate model</a:t>
            </a:r>
          </a:p>
        </p:txBody>
      </p:sp>
    </p:spTree>
    <p:extLst>
      <p:ext uri="{BB962C8B-B14F-4D97-AF65-F5344CB8AC3E}">
        <p14:creationId xmlns:p14="http://schemas.microsoft.com/office/powerpoint/2010/main" val="355928411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DashVTI</vt:lpstr>
      <vt:lpstr>Progress Report Crime Modeling</vt:lpstr>
      <vt:lpstr>Final Project – Predictive Crime Modeling</vt:lpstr>
      <vt:lpstr>Crime Modeling New York City</vt:lpstr>
      <vt:lpstr>Gathering Data</vt:lpstr>
      <vt:lpstr>Example of Data</vt:lpstr>
      <vt:lpstr>Which of these are we using?</vt:lpstr>
      <vt:lpstr>PowerPoint Presentation</vt:lpstr>
      <vt:lpstr>PowerPoint Presentation</vt:lpstr>
      <vt:lpstr>PowerPoint Presentation</vt:lpstr>
      <vt:lpstr>Model Progress</vt:lpstr>
      <vt:lpstr>Model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79</cp:revision>
  <dcterms:created xsi:type="dcterms:W3CDTF">2025-03-11T16:53:08Z</dcterms:created>
  <dcterms:modified xsi:type="dcterms:W3CDTF">2025-03-26T16:34:01Z</dcterms:modified>
</cp:coreProperties>
</file>